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B4315-B583-AD20-423B-B0FB21DAE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EE59E8-1BB6-9F30-84BC-2A3170D5E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7B7243-FA63-A072-E50B-7B120C8A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902E92-B1C2-D2C9-7E77-50B1907F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870A1F-4FD3-907F-8645-31B24ABD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07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81894-2474-6842-BADB-0A1CC43E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499BCA-6024-4FF6-7C29-EFA3964AF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0884E-9CF3-DAB0-6D89-F90E0C9B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2AA0E8-AAB5-438C-22BE-369EDFCE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B3555E-6143-C171-D643-348C1676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61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8E8F5-C2C4-191E-850F-ADD3114A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3E2AF1-589C-0064-1EC2-5F482D03B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13927F-9E55-1130-A025-3362658A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47B7A4-16A7-F15F-80B6-106FF0A6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0907A3-7045-A771-6FF6-E0B72F70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12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0B701-79A1-D344-2369-C057C8DC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82BA20-589F-763C-A4DF-4759FE78A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FFE8A2-D54D-2439-E351-3B1A9E9F6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D543A6-BC5D-C173-C82E-BE7C8848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10B0D6-0F4B-28FD-E3C4-0CDBF4F89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1AB0AE-8C45-E0EE-6BAE-6B38BA78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96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189DF-B39F-2C93-1505-E35272ADC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6097E8-1798-24EE-11A4-B8587DEEB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6FBD32-8F1E-66C3-FB05-050F17920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BD2F35-B607-1DF2-98BC-267BB26A1F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6C2709-91BE-8F32-A7E5-8817C3CB3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2A0B9C7-5179-BBAE-0829-51E49D4AC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706E618-206E-91F5-C4AD-A512E0DA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16C0059-492E-55DC-214B-BDEFE0FC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838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4C435-937B-B4BF-66DA-40B47768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DB8EBD-3529-C20B-6B8F-138B29809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B221B9-BDC5-2B8C-18A4-F7398B95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0A053A-92A2-6F60-AB49-DA950A07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3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CE4583-4EE9-326A-4C46-9C1B24FB0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7DC068-FC73-06B8-FA41-745BCEB3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69A388-51E1-CF44-8911-B45F4A19B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82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FDC691-5D24-C638-B287-4C7CABF1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73507-7007-E201-1FB5-1C57BEF70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103680-FD34-5C77-7D03-2B29C3A15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5D7B8D-87DD-3D9A-F442-F4948F96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AB378D-D7A4-469E-BDE4-55AEF7B2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9BCC69-E479-003F-1054-D53C9333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458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5846B-39BC-F0CD-87A1-A52EC38C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0A82D04-004A-1774-5190-088C67F17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9219F5-8045-9B9A-A50D-3CD3E638D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A2D7B4-7C43-A12A-B9F2-898660E2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CE2E5B-A1F1-99FD-7C91-1B95E9C7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3F90BE-3DAB-80CB-DDCC-6697C642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69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9A6F6-6F4E-E68F-8616-5C88791BB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B680DF-B998-7117-7393-80B457B46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443793-2116-F794-13E6-D8B30D5B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CACB0E-57E6-4381-1893-D2A2BF82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FEF29-052B-952B-4636-D25C2B31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03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CA74E3-FC72-E427-08B2-7962224EC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3C34F1-D962-8A36-946F-339F626D9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44CEB5-44AD-1FC4-D31A-3A153791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6E0591-8BC4-3BD7-BA63-A0A7EF04C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C3F24D-3B0A-A509-8BC4-F30D8F5E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61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70D82-6196-1095-D671-0C34D8B22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A46AE4-DE02-391D-90B2-8AFD7C9BD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81999-F5FC-5A30-C013-AB115DBE2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72F10-B45A-450F-BAD8-AC9F5783D96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B9157-2DA0-9B4E-E59A-2929C602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2E0DBE-E8A8-BD0D-9288-E7C3FE23E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7DCDD-A836-479D-8EB6-D695D17AD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2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avif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CE0F6-9869-BB8D-2B9A-F449F7EBB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784"/>
            <a:ext cx="9144000" cy="3732755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кибербезопасности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D3D23A-FBE9-BDBE-0752-CC7CB0808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624186"/>
            <a:ext cx="9144000" cy="1233813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Подготовил: ученик 7 класса «А»</a:t>
            </a:r>
          </a:p>
          <a:p>
            <a:pPr algn="r"/>
            <a:r>
              <a:rPr lang="ru-RU" dirty="0"/>
              <a:t>Гущин Егор </a:t>
            </a:r>
          </a:p>
        </p:txBody>
      </p:sp>
    </p:spTree>
    <p:extLst>
      <p:ext uri="{BB962C8B-B14F-4D97-AF65-F5344CB8AC3E}">
        <p14:creationId xmlns:p14="http://schemas.microsoft.com/office/powerpoint/2010/main" val="397046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98252-729C-BD5A-FD5D-13A90BA1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950C50-B1F7-994B-867C-079EF6339BF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5183188" y="987425"/>
            <a:ext cx="6172200" cy="4881563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A4C1A65-80F0-9E91-1BB2-735907075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защита компьютеров, мобильных устройств, сетей и данных от цифровых угроз. В современном мире каждый человек ежедневно сталкивается с интернетом, поэтому базовые знания кибербезопасности необходимы всем, а не только специалистам.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08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C71E8-2488-F60F-F6D0-ED6E07C6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71"/>
            <a:ext cx="10515600" cy="2254684"/>
          </a:xfrm>
        </p:spPr>
        <p:txBody>
          <a:bodyPr>
            <a:noAutofit/>
          </a:bodyPr>
          <a:lstStyle/>
          <a:p>
            <a:pPr algn="ctr"/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кибербезопасность важна?</a:t>
            </a: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храним в цифровом виде личные данные, фото, пароли, банковскую информацию. Кибератаки могут привести к финансовым потерям и утечке личной информации. Простые ошибки пользователей часто становятся причиной взломов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4E7801A-F355-CE6A-08CF-E8CD58CFF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704" y="2348130"/>
            <a:ext cx="4471792" cy="4471792"/>
          </a:xfrm>
        </p:spPr>
      </p:pic>
    </p:spTree>
    <p:extLst>
      <p:ext uri="{BB962C8B-B14F-4D97-AF65-F5344CB8AC3E}">
        <p14:creationId xmlns:p14="http://schemas.microsoft.com/office/powerpoint/2010/main" val="307294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F4CE2-B41B-8A41-C1F9-36EFF9DF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77238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Кибератака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C2780B-3C76-CDE3-1CCD-19006E307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Кибератака — это попытка получить несанкционированный доступ к данным или системе.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атаки может быть: кража информации, нарушение работы системы, вымогательство денег.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F38A57-3A1D-0D48-C2B3-98237BC53892}"/>
              </a:ext>
            </a:extLst>
          </p:cNvPr>
          <p:cNvSpPr txBox="1"/>
          <p:nvPr/>
        </p:nvSpPr>
        <p:spPr>
          <a:xfrm>
            <a:off x="10709753" y="4702904"/>
            <a:ext cx="15673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кража информации нарушение работы системы вымогательство денег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25EB235-EFCB-0B14-C235-CFAA712294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4" r="168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3691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429FE-C8A2-4210-866A-BE46CF9E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5260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вредоносного ПО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75B3CE-E797-D838-BD2D-E21262E54CA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>
            <a:fillRect/>
          </a:stretch>
        </p:blipFill>
        <p:spPr/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8746D29-921A-D8ED-DFA2-E6810C828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09803"/>
            <a:ext cx="3932237" cy="4159185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Вредоносное программное обеспечение (вирусы):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Вирус — распространяется через файлы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Троян — маскируется под полезную программу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Червь — распространяется по сети самостоятельно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Шифровальщик — блокирует данные и требует выкуп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27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1E2FB-F4CC-2AB2-BCC8-293B27DE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27342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F2ABEB-4C22-1117-5CB3-4FE46D34103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7" r="9147"/>
          <a:stretch>
            <a:fillRect/>
          </a:stretch>
        </p:blipFill>
        <p:spPr>
          <a:xfrm>
            <a:off x="5793288" y="1301024"/>
            <a:ext cx="5562099" cy="4391883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6693C0A-22A3-8BC6-75E2-0ECE25FCC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 — это метод обмана, при котором злоумышленники выдают себя за доверенные организации.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Чаще всего используется: поддельные письма, фальшивые сайты, сообщения в мессенджерах.</a:t>
            </a:r>
          </a:p>
        </p:txBody>
      </p:sp>
    </p:spTree>
    <p:extLst>
      <p:ext uri="{BB962C8B-B14F-4D97-AF65-F5344CB8AC3E}">
        <p14:creationId xmlns:p14="http://schemas.microsoft.com/office/powerpoint/2010/main" val="234503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0CD9A0-8F60-685A-BE2B-B3582228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Пароли и аутентификация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DC84CC-E5D2-4DC9-5621-FF980AB62F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5" r="13095"/>
          <a:stretch>
            <a:fillRect/>
          </a:stretch>
        </p:blipFill>
        <p:spPr>
          <a:xfrm>
            <a:off x="5523978" y="1256516"/>
            <a:ext cx="5831410" cy="4604534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F3D57320-2AC8-5DCA-0413-D3871DC3A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Пароль — ключ к личным данным пользователя.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Надёжный пароль: содержит буквы, цифры и символы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используется повторно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регулярно меняется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Двухфакторная аутентификация — дополнительный уровень защиты.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65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9662D-08A0-C30C-1CF9-EBA89950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Антивирус и обновления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FDCE4A-7790-12DB-55DC-9CBC5D37B88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" r="6378"/>
          <a:stretch>
            <a:fillRect/>
          </a:stretch>
        </p:blipFill>
        <p:spPr/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C09F5B09-FF3C-60B7-4426-D3D2AE645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Антивирус защищает устройство от вредоносных программ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Обновления закрывают уязвимости в системе. Регулярные обновления - важная часть кибербезопасности.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3112669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5399B-20E2-4420-D7FF-4D348558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Безопасное поведение в интернете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E4B0C9-E740-55CF-CFD8-538F87FE08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4" r="7814"/>
          <a:stretch>
            <a:fillRect/>
          </a:stretch>
        </p:blipFill>
        <p:spPr>
          <a:xfrm>
            <a:off x="5642974" y="1350477"/>
            <a:ext cx="5712413" cy="4510573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F4BAB841-EE8E-0266-6BF2-717B80195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советы, которые могут помочь для обеспечения безопасности: </a:t>
            </a: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переходить по подозрительным ссылкам</a:t>
            </a: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скачивать файлы из непроверенных источников</a:t>
            </a: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Проверять адреса сайтов </a:t>
            </a: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делиться личными данными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30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9E26326-6649-E77E-BB99-DCCD84934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6247"/>
            <a:ext cx="10515600" cy="2379945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1962445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</TotalTime>
  <Words>289</Words>
  <Application>Microsoft Office PowerPoint</Application>
  <PresentationFormat>Широкоэкранный</PresentationFormat>
  <Paragraphs>34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Times New Roman</vt:lpstr>
      <vt:lpstr>Тема Office</vt:lpstr>
      <vt:lpstr>Основы кибербезопасности</vt:lpstr>
      <vt:lpstr>Введение </vt:lpstr>
      <vt:lpstr>  Почему кибербезопасность важна?  Мы храним в цифровом виде личные данные, фото, пароли, банковскую информацию. Кибератаки могут привести к финансовым потерям и утечке личной информации. Простые ошибки пользователей часто становятся причиной взломов   </vt:lpstr>
      <vt:lpstr>Кибератака</vt:lpstr>
      <vt:lpstr>Виды вредоносного ПО</vt:lpstr>
      <vt:lpstr>Фишинг</vt:lpstr>
      <vt:lpstr>Пароли и аутентификация</vt:lpstr>
      <vt:lpstr>Антивирус и обновления</vt:lpstr>
      <vt:lpstr>Безопасное поведение в интернете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2026-02-03T18:28:08Z</dcterms:created>
  <dcterms:modified xsi:type="dcterms:W3CDTF">2026-02-03T19:22:24Z</dcterms:modified>
</cp:coreProperties>
</file>